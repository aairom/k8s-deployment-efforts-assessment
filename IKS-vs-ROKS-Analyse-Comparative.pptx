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Analyse Comparative des Solutions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5A623"/>
                </a:solidFill>
                <a:latin typeface="Calibri"/>
              </a:rPr>
              <a:t>IKS · ROKS · Kubernetes Auto-Géré · Amazon 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</a:rPr>
              <a:t>Évaluation multicritère pour la sélection d'une plateforme de conteneurs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67676"/>
                </a:solidFill>
                <a:latin typeface="Calibri"/>
              </a:rPr>
              <a:t>3 septembre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663440"/>
            <a:ext cx="2011680" cy="50292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4663440"/>
            <a:ext cx="2011680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4663440"/>
            <a:ext cx="2011680" cy="50292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K8s Auto-Géré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59" y="4663440"/>
            <a:ext cx="2011680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59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Amazon EKS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9436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6128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Introduction &amp;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904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Calibri"/>
              </a:rPr>
              <a:t>Pourquoi comparer ces solutions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29967"/>
            <a:ext cx="59436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029967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48255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Vue d'ensemble des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3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Calibri"/>
              </a:rPr>
              <a:t>IKS · ROKS · K8s Auto-Géré · EKS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16936"/>
            <a:ext cx="59436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916936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3522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Analyse Comparative —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644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Calibri"/>
              </a:rPr>
              <a:t>Infrastructure, Déploiement, Sécurité, Réseau…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03904"/>
            <a:ext cx="59436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803904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22191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Tableau Récapitulatif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5137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Calibri"/>
              </a:rPr>
              <a:t>Comparaison synthétique côte à côte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90872"/>
            <a:ext cx="59436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690872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09159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Recommandations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3834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Calibri"/>
              </a:rPr>
              <a:t>Quel outil pour quel profil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77840"/>
            <a:ext cx="59436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5577840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596127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253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Calibri"/>
              </a:rPr>
              <a:t>Points clés à retenir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01 — Introduction &amp;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Calibri"/>
              </a:rPr>
              <a:t>Pourquoi évaluer les plateformes Kubernetes managées et auto-gérées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333333"/>
                </a:solidFill>
                <a:latin typeface="Calibri"/>
              </a:rPr>
              <a:t>• La conteneurisation est devenue le standard pour le déploiement cloud-native.</a:t>
            </a:r>
          </a:p>
          <a:p>
            <a:r>
              <a:rPr sz="1500">
                <a:solidFill>
                  <a:srgbClr val="333333"/>
                </a:solidFill>
                <a:latin typeface="Calibri"/>
              </a:rPr>
              <a:t>• Les organisations cherchent à réduire la charge opérationnelle liée à la gestion de Kubernetes.</a:t>
            </a:r>
          </a:p>
          <a:p>
            <a:r>
              <a:rPr sz="1500">
                <a:solidFill>
                  <a:srgbClr val="333333"/>
                </a:solidFill>
                <a:latin typeface="Calibri"/>
              </a:rPr>
              <a:t>• Les exigences réglementaires, de souveraineté des données et de conformité influencent le choix.</a:t>
            </a:r>
          </a:p>
          <a:p>
            <a:r>
              <a:rPr sz="1500">
                <a:solidFill>
                  <a:srgbClr val="333333"/>
                </a:solidFill>
                <a:latin typeface="Calibri"/>
              </a:rPr>
              <a:t>• Les coûts, la flexibilité et l'intégration écosystémique sont des facteurs décisifs.</a:t>
            </a:r>
          </a:p>
          <a:p>
            <a:r>
              <a:rPr sz="1500">
                <a:solidFill>
                  <a:srgbClr val="333333"/>
                </a:solidFill>
                <a:latin typeface="Calibri"/>
              </a:rPr>
              <a:t>• La stratégie multi-cloud ou hybride nécessite une évaluation objective des solutions disponibles.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83080"/>
            <a:ext cx="5486400" cy="4480560"/>
          </a:xfrm>
          <a:prstGeom prst="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Périmètre de cette analyse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2423160"/>
            <a:ext cx="5120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2441448"/>
            <a:ext cx="49377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IBM Kubernetes Service (IKS)
  → Kubernetes managé sur IBM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3291839"/>
            <a:ext cx="5120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3310127"/>
            <a:ext cx="49377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Red Hat OpenShift on IBM Cloud (ROKS)
  → OpenShift managé sur IBM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4160520"/>
            <a:ext cx="5120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4178807"/>
            <a:ext cx="49377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Kubernetes Auto-Géré (On-Prem / Self-Managed)
  → Infrastructure propre ou cloud non managé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5029200"/>
            <a:ext cx="5120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5047488"/>
            <a:ext cx="49377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Amazon EKS
  → Kubernetes managé sur AWS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02 — IBM Kubernetes Service (IKS)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IKS est le service Kubernetes entièrement managé d'IBM Cloud, offrant un plan de contrôle géré par IBM, avec des nœuds worker déployés dans l'infrastructure IBM Cloud.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3657600" cy="64008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Fournisseur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IBM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83080"/>
            <a:ext cx="3657600" cy="64008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Technologie de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Kubernetes vanilla (CNCF certifié)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783080"/>
            <a:ext cx="3657600" cy="64008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Version Kubernetes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1.29+ (mises à jour automatiques disponibles)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1AA"/>
                </a:solidFill>
                <a:latin typeface="Calibri"/>
              </a:rPr>
              <a:t>Caractéristiques clés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• Plan de contrôle Kubernetes entièrement managé par IBM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Intégration native avec IBM Cloud IAM, IBM Cloud Object Storage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Support des zones de disponibilité multiples (multi-zone)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Intégration avec IBM Cloud Monitoring, Logging et Security Advisor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Mise à jour automatique ou à la demande du plan de contrôle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Accès complet à l'API Kubernetes standard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Support des GPU et architectures spécialisées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Conformité ISO 27001, SOC 2, PCI DSS, HIPAA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1AA"/>
                </a:solidFill>
                <a:latin typeface="Calibri"/>
              </a:rPr>
              <a:t>Cas d'usage typiques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• Applications cloud-native sur IBM Cloud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Organisations préférant Kubernetes standard sans couche OpenShift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Workloads nécessitant une intégration IBM Cloud (Watson, Db2, etc.)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Migration de workloads on-premises vers IBM Cloud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Applications nécessitant haute disponibilité multi-zone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Équipes DevOps recherchant un accès kubectl natif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02 — Red Hat OpenShift on IBM Cloud (ROKS)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ROKS combine la puissance d'OpenShift Container Platform de Red Hat avec la fiabilité et les services d'IBM Cloud, dans un environnement entièrement managé.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3657600" cy="640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Fournisseur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IBM Cloud (avec Red Hat OpenShift)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83080"/>
            <a:ext cx="3657600" cy="640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Technologie de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OpenShift Container Platform (OCP) sur Kubernetes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783080"/>
            <a:ext cx="3657600" cy="640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Version Kubernetes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OCP 4.x (basé sur K8s 1.28+)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Calibri"/>
              </a:rPr>
              <a:t>Caractéristiques clés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• OpenShift entièrement managé — plan de contrôle pris en charge par IBM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Outils développeur intégrés : oc CLI, Developer Console, Operator Hub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Pipelines CI/CD natifs (OpenShift Pipelines / Tekton, ArgoCD)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Sécurité renforcée : SCC (Security Context Constraints) par défaut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Intégration Red Hat Marketplace et Operator Catalog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Registry d'images intégré (OpenShift Internal Registry)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Routes OpenShift + Ingress Kubernetes supportés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Conformité FIPS 140-2, FedRAMP, DoD CC SRG (option GovCloud)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Calibri"/>
              </a:rPr>
              <a:t>Cas d'usage typiques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• Entreprises utilisant déjà l'écosystème Red Hat (RHEL, Ansible)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Équipes cherchant une expérience développeur enrichie via OpenShift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Applications nécessitant conformité FedRAMP ou DoD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Projets nécessitant pipelines CI/CD intégrés dès le départ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Workloads hybrides couplant OpenShift on-premises et cloud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Migration de workloads Red Hat Enterprise Linux vers le cloud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02 — Kubernetes Auto-Géré (On-Premises / Self-Managed)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Kubernetes auto-géré désigne tout déploiement où l'organisation prend en charge l'installation, la configuration, les mises à jour et l'exploitation de Kubernetes, sur une infrastructure propre ou non managée.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3657600" cy="64008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Fournisseur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Auto-géré (Bare Metal, VMware, OpenStack, etc.)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83080"/>
            <a:ext cx="3657600" cy="64008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7739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Technologie de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180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Kubernetes vanilla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ou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distribution (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kubeadm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, k3s, RKE, Rancher…)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783080"/>
            <a:ext cx="3657600" cy="64008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Version Kubernetes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Choisie par l'organisation (contrôle total)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26CE5"/>
                </a:solidFill>
                <a:latin typeface="Calibri"/>
              </a:rPr>
              <a:t>Caractéristiques clés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• Contrôle total sur la version, la configuration et les composants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Déploiement sur infrastructure propre, VMware, OpenStack ou cloud IaaS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Flexibilité maximale sur le choix du CNI, CSI, distribution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Aucune dépendance fournisseur (vendor lock-in minimal)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Charge opérationnelle totale à la charge de l'équipe interne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Intégration possible avec outils existants (Ansible, Terraform, GitOps)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Peut être couplé à des outils enterprise (Rancher, Tanzu, OpenShift autogéré)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Certification CNCF possible selon la distribution choisie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26CE5"/>
                </a:solidFill>
                <a:latin typeface="Calibri"/>
              </a:rPr>
              <a:t>Cas d'usage typiques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• Organisations avec exigences de souveraineté des données strictes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Environnements air-gapped (déconnectés d'Internet)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Datacenter on-premises existant à rentabiliser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Équipes SRE/Ops expérimentées souhaitant un contrôle total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Workloads réglementés ne pouvant pas aller dans le cloud public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Prototypage ou apprentissage de Kubernetes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02 — Amazon Elastic Kubernetes Service (EKS)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Amazon EKS est le service Kubernetes managé d'AWS, permettant de déployer et d'exploiter des clusters Kubernetes sur l'infrastructure AWS sans gérer le plan de contrôle.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36576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Fournisseur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Amazon Web Services (AWS)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83080"/>
            <a:ext cx="36576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Technologie de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Kubernetes managé AWS (CNCF certifié)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783080"/>
            <a:ext cx="36576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Version Kubernetes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1.28+ (mises à jour standard AWS)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900"/>
                </a:solidFill>
                <a:latin typeface="Calibri"/>
              </a:rPr>
              <a:t>Caractéristiques clés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• Plan de contrôle multi-AZ entièrement managé par AWS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Intégration native avec IAM AWS, VPC, ALB, EBS, EFS, ECR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Support des nœuds EC2 (managed node groups) et AWS Fargate (serverless)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EKS Anywhere pour déploiement on-premises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Add-ons EKS gérés : CoreDNS, kube-proxy, VPC CNI, etc.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Intégration AWS GuardDuty, AWS Security Hub, Macie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Support ARM (Graviton) et GPU (NVIDIA, Inferentia)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Conformité SOC, PCI, ISO, HIPAA, FedRAMP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900"/>
                </a:solidFill>
                <a:latin typeface="Calibri"/>
              </a:rPr>
              <a:t>Cas d'usage typiques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• Organisations natives AWS utilisant intensivement les services AWS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Applications nécessitant intégration S3, RDS, DynamoDB, Lambda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Workloads serverless via EKS + Fargate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Équipes cherchant un large écosystème de solutions partenaires AWS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Déploiements multi-régions sur AWS avec Transit Gateway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Migrations depuis ECS vers Kubernetes sur AWS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— Comparaison : Infrastructure &amp; Modèle d'hébergement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(IaaS virtuel)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Nœuds VMs sur datacenters IBM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Multi-zone dans une région IBM Cloud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Bare metal disponible en option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Isolation VPC ou Classic Network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SLA 99,9% sur plan de contrôle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(IaaS virtuel)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Nœuds VMs ou bare metal IBM Cloud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Multi-zone avec option ROSA (AWS)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Architecture OCP 4.x avec etcd géré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Isolation VPC ou Classic Network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SLA 99,9% plan de contrôle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K8s Auto-Géré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Infrastructure propre (on-prem, VMware, bare metal)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Contrôle total matériel et réseau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Topologie entièrement personnalisable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Aucune limite géographique fournisseur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Responsabilité SLA interne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Haute disponibilité à concevoir soi-même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Amazon 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7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(EC2, Fargate, Outposts)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Managed Node Groups ou nœuds autogérés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Multi-AZ dans régions AWS (35+ régions)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EKS Anywhere pour on-premises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Intégration VPC native AWS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SLA 99,95% plan de contrôle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— Comparaison : Facilité de déploiement &amp; Provisionnement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CLI ibmcloud, Terraform, UI IBM Cloud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Cluster opérationnel en ~10-15 min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Auto-scaling nœuds (Cluster Autoscaler)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Node pools avec profils standardisés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Intégration Schematics (Terraform managé)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Blueprints pour architectures prédéfinies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CLI ibmcloud, oc, Terraform, UI IBM Cloud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Cluster opérationnel en ~20-30 min (OCP plus lourd)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Machine Config Operator pour OS des nœuds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OperatorHub pour add-ons en un clic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Intégration Schematics / Ansible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Developer Hub intégré (OpenShift DevSpaces)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K8s Auto-Géré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kubeadm, k3s, kubespray, RKE, Rancher, Talos…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Déploiement de plusieurs heures à jours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Provisionnement manuel ou via Terraform/Ansible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Gestion des certificats, etcd, PKI manuelle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Courbe d'apprentissage élevée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Flexibilité maximale mais complexité accrue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Amazon 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7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eksctl, AWS Console, Terraform, CDK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Cluster opérationnel en ~10-15 min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Managed Node Groups avec mise à jour automatique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Fargate profiles pour pods serverless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CloudFormation / CDK pour IaC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Blueprints EKS (eks-blueprints-cdk)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— Comparaison : Gestion des versions Kubernetes &amp; Mises à jour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N-2 versions Kubernetes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Mise à jour manuelle déclenchée par l'utilisateur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Mise à jour automatique configurable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Patch de sécurité plan de contrôle par IBM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Fenêtres de maintenance planifiables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Versions EOL retirées avec préavis 6 mois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Cycle de version OCP (tous les 6 mois env.)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Mises à jour OCP managées par IBM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OpenShift Update Service (OSUS) intégré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Long Term Support (LTS) OCP disponible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OS nœuds (RHCOS) mis à jour automatiquement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Validation pré-upgrade automatique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K8s Auto-Géré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Version au choix de l'organisation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Mises à jour entièrement manuelles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Risque de dérive de version entre nœuds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EOL CNCF : N-3 versions maintenues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Patching OS nœuds sous responsabilité interne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Flexibilité : rester sur une ancienne version si besoin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Amazon 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7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N-4 versions Kubernetes (politique étendue)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Mise à jour plan de contrôle en 1 clic ou automatique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Extended Support (payant) pour versions plus anciennes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Patch automatique des Add-ons EKS gérés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Mise à jour nœuds via Managed Node Group avec drain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Bottlerocket OS pour nœuds avec mises à jour atomiques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— Comparaison : Sécurité &amp; Conformité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IAM IBM Cloud + RBAC Kubernetes natif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Chiffrement etcd au repos (AES-256)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Key Protect / Hyper Protect Crypto Services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Scan d'images via IBM Vulnerability Advisor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Network Policies (Calico) intégrées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Conformité : ISO 27001, SOC 2, PCI DSS, HIPAA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Security Context Constraints (SCC) OpenShift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IAM IBM Cloud + OAuth OpenShift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Pods s'exécutant sans root par défaut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OPA/Gatekeeper et Kyverno supportés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Intégration Red Hat ACS (Advanced Cluster Security)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Conformité FIPS 140-2, FedRAMP, DoD CC SRG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K8s Auto-Géré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Sécurité entièrement à la charge de l'organisation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PSP/PSA, RBAC, Network Policies à configurer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Gestion PKI, certificats, secrets (Vault recommandé)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Audits et conformité sous responsabilité interne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Outils au choix : Falco, OPA, Trivy, Kyverno…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Risque élevé si expertise interne insuffisante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Amazon 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7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IAM AWS + IRSA (IAM Roles for Service Accounts)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Chiffrement des secrets avec AWS KMS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GuardDuty pour détection de menaces K8s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Amazon Inspector pour scan de vulnérabilités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Pod Security Admission (PSA) activé par défaut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Conformité SOC 1/2/3, PCI DSS, HIPAA, FedRAMP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— Comparaison : Réseau &amp; Capacités Ingress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CNI : Calico (défaut) — NetworkPolicy supportée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Load Balancer (NLB v1/v2) intégré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Ingress ALB basé sur nginx géré par IBM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VPC Security Groups + Network ACLs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Service Mesh : Istio managé (IBM Cloud Service Mesh)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Internet Services (CIS) pour CDN/WAF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CNI : OVN-Kubernetes ou SDN (OpenShift Network)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Routes OpenShift pour exposition des services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Ingress Kubernetes aussi supporté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Multus CNI pour interfaces réseau multiples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Service Mesh : OpenShift Service Mesh (Istio/Kiali/Jaeger)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HAProxy en tant que contrôleur d'ingress par défaut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K8s Auto-Géré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CNI au choix : Calico, Flannel, Cilium, Weave…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Ingress controller à installer manuellement (nginx, Traefik…)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Load Balancer externe requis (MetalLB, HAProxy, F5…)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Flexibilité maximale sur la topologie réseau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Service Mesh au choix : Istio, Linkerd, Consul…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Configuration BGP possible avec Calico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Amazon 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7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CNI : AWS VPC CNI (IPs natives VPC pour pods)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Load Balancer Controller (ALB/NLB AWS natifs)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Ingress via ALB Ingress Controller ou nginx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App Mesh ou Istio pour service mesh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Transit Gateway pour connectivité multi-VPC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PrivateLink pour exposition de services privés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— Comparaison : Options de Stockage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Block Storage (SSD, 10-4000 IOPS)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File Storage (NFS v4.1)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Object Storage (S3-compatible via S3FS)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Portworx intégré pour stockage stateful avancé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Storage Classes pré-configurées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Snapshots et sauvegardes via IBM Cloud Backup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Même options de stockage IBM Cloud que IKS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OpenShift Data Foundation (ODF/OCS) disponible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Portworx supporté nativement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Dynamic provisioning via StorageClass OCP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Spectrum Scale possible en option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Snapshots CSI supportés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K8s Auto-Géré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Tout CSI driver compatible supportable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NFS, iSCSI, FC, Ceph, Longhorn, OpenEBS…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Stockage objet S3 via Rook-Ceph ou MinIO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Configuration entièrement manuelle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Flexibilité totale selon l'infrastructure sous-jacente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StorageClass à définir par l'équipe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Amazon 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7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Amazon EBS (gp3, io2 — SSD hautes performances)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Amazon EFS (NFS managé, multi-AZ)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Amazon FSx (Lustre, NetApp ONTAP, OpenZFS)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Amazon S3 via Mountpoint for S3 (CSI natif)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EBS CSI driver managé par AWS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Snapshots EBS pour DR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— Comparaison : Modèle Tarifaire &amp; Coûts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Cluster gratuit (1 nœud) pour test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Facturation par nœud worker (VMs IBM Cloud)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Plan de contrôle inclus sans surcoût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Frais réseau sortant (egress IBM Cloud)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Remises via IBM Cloud commitments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Coût total maîtrisé pour workloads IBM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Licence OpenShift incluse dans le tarif IBM Cloud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Premium vs IKS (~$0.16/h pour licence OCP par nœud)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Plan de contrôle inclus sans surcoût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Red Hat Subscription incluse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Frais réseau sortant IBM Cloud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Coût supérieur à IKS mais valeur ajoutée OCP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K8s Auto-Géré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Coût infrastructure : serveurs, électricité, datacenter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Coût opérationnel élevé : équipes SRE/Ops dédiées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Kubernetes open source = 0€ de licence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ROI si infrastructure existante à forte utilisation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TCO souvent sous-estimé sans expertise interne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Peut être économique à très grande échelle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Amazon 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7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$0.10/h par cluster EKS (plan de contrôle)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+ Coût des instances EC2 (nœuds workers)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+ Fargate : facturation vCPU/mémoire par pod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Économies via Reserved Instances / Savings Plans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Frais de transfert de données inter-AZ et sortants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Coût total potentiellement élevé sans optimisation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— Comparaison : Intégrations &amp; Écosystème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Catalog (IA, Db2, Watson, MQ…)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Pak (Data, Integration, Security…)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Terraform IBM provider officiel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Helm, Kustomize, ArgoCD, Flux supportés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Monitoring (Sysdig) intégré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Log Analysis (LogDNA) intégré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OperatorHub.io (&gt; 300 opérateurs certifiés Red Hat)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Red Hat Marketplace (logiciels certifiés OCP)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Cloud Pak intégrés nativement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OpenShift GitOps (ArgoCD) et Pipelines (Tekton) natifs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Intégration Ansible Automation Platform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Developer Hub / Backstage intégré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K8s Auto-Géré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Tout l'écosystème CNCF disponible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Aucune restriction fournisseur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Helm, Kustomize, ArgoCD, Flux librement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Prometheus, Grafana, Loki à installer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Complexité d'intégration accrue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Communauté open source mondiale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Amazon 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7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Marketplace (milliers d'applications K8s)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Intégration native : ECR, CodePipeline, CodeBuild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Controllers for Kubernetes (ACK)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KEDA, Karpenter pour auto-scaling avancé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Distro for OpenTelemetry (ADOT)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Ecosystem AWS parmi les plus larges du marché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— Comparaison : Support &amp; SLA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SLA 99,9% sur le plan de contrôle Kubernetes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IBM Cloud inclus (Basic, Standard, Premium)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Réponse P1 &lt; 1h (Support Premium)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24/7 disponible avec abonnement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Documentation IBM Cloud et communauté IBM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IBM Client Engineering pour projets stratégiques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SLA 99,9% sur le plan de contrôle OpenShift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IBM Cloud + Red Hat (double couverture)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Accès au support Red Hat pour OCP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Réponse P1 &lt; 1h (Support Premium)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Red Hat Customer Portal + IBM Support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OpenShift inclus dans la licence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K8s Auto-Géré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Aucun SLA fournisseur — responsabilité interne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communautaire via CNCF/Slack/GitHub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commercial possible via distribution (Rancher, Tanzu…)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Temps de résolution dépend des équipes internes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Nécessite astreinte et runbooks opérationnels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Formation interne requise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Amazon 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7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SLA 99,95% sur le plan de contrôle EKS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AWS inclus (Developer, Business, Enterprise)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Support TAM (Technical Account Manager) disponible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Réponse P1 &lt; 15 min (Enterprise On-Ramp/Enterprise)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re:Post, documentation AWS extensive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Support 24/7 avec plan Business ou supérieur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03 — Comparaison : Charge opérationnelle &amp; Complexité de 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Faible — plan de contrôle géré par IBM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Gestion nœuds workers (taille, mise à jour)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Monitoring pré-intégré (Sysdig/LogDNA)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Auto-scaling intégré (HPA + Cluster Autoscaler)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Backup etcd automatique par IBM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Idéal pour équipes de taille moyenne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Faible à Modérée — OCP ajoute une couche d'abstraction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Gestion Machine Config Operator pour OS nœuds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Outils OCP supplémentaires à maîtriser (oc, console)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CVO (Cluster Version Operator) pour mises à jour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Plus riche fonctionnellement mais plus complexe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Adapté aux équipes connaissant OpenShift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K8s Auto-Géré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Très élevée — toute la pile est gérée en interne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etcd, API server, scheduler, controller-manager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Certificats, PKI, CNI, CSI, Ingress à gérer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Surveillance continue requise (PagerDuty, on-call)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Nécessite compétences avancées Kubernetes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Risque opérationnel le plus élevé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Amazon 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554480"/>
            <a:ext cx="28346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79" y="1645920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Faible — plan de contrôle géré par AWS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Gestion des Managed Node Groups simplifiée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Karpenter pour provisionnement intelligent des nœuds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AWS Fargate pour éliminer la gestion des nœuds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EKS Add-ons pour composants managés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• Adapté aux équipes AWS expérimentées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04 — Tableau Récapitulatif Comparatif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87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Critère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IKS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ROKS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K8s Auto-Géré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Amazon EKS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Modèle d'hébergement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IBM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IBM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On-Prem / IaaS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AWS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Facilité de déploiement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★★☆☆☆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Gestion des mises à jour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★★☆☆☆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Sécurité managée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★★★★★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Écosystème &amp; Intégrations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Flexibilité réseau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★★★★★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Options de stockage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Coût (maîtrise)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Support SLA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99,9% – IBM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99,9% – IBM+RH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99,95% – AWS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Complexité opérationnelle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Modérée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Très élevée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Conformité (certifications)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ISO/SOC/PCI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FIPS/FedRAMP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À construire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SOC/PCI/HIPAA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Vendor lock-in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IBM Cloud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IBM + Red Hat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Minimal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AWS</a:t>
                      </a:r>
                    </a:p>
                  </a:txBody>
                  <a:tcPr>
                    <a:solidFill>
                      <a:srgbClr val="D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189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Profil idéal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IBM Cloud natif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Enterprise 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Souveraineté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AWS natif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05 — Recommandations par Profil Organisationnel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5760720" cy="41148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Entreprise sur IBM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08760"/>
            <a:ext cx="5760720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1AA"/>
                </a:solidFill>
                <a:latin typeface="Calibri"/>
              </a:rPr>
              <a:t>→ IKS ou ROKS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659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Utilise déjà IBM Cloud (Watson, Db2, Cloud Paks…)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ROKS si équipes Red Hat et CI/CD natif requis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IKS si Kubernetes standard suffisant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SLA IBM + support intégré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76072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0972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Cloud Hybride / Multi-Cloud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760720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Calibri"/>
              </a:rPr>
              <a:t>→ ROKS (OpenShift) ou K8s Auto-Géré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ROKS avec OpenShift : portabilité on-prem ↔ cloud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ACM (Advanced Cluster Management) pour multi-clusters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K8s auto-géré si contrôle total requis on-prem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Cohérence oc / OCP entre environnements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886200"/>
            <a:ext cx="576072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38862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Organisation AWS-Native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297680"/>
            <a:ext cx="5760720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900"/>
                </a:solidFill>
                <a:latin typeface="Calibri"/>
              </a:rPr>
              <a:t>→ Amazon 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7548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Déjà investi dans l'écosystème AWS (IAM, VPC, RDS…)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Fargate pour workloads serverless sans gestion nœuds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Karpenter pour optimisation des coûts EC2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Intégration native CodePipeline, CodeBuild, ECR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886200"/>
            <a:ext cx="5760720" cy="41148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38862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Souveraineté des données / On-Premises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97680"/>
            <a:ext cx="5760720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6CE5"/>
                </a:solidFill>
                <a:latin typeface="Calibri"/>
              </a:rPr>
              <a:t>→ K8s Auto-Géré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7548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alibri"/>
              </a:rPr>
              <a:t>• Exigences réglementaires interdisant le cloud public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Infrastructure propre existante à valoriser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Envisager Rancher, VMware Tanzu ou OpenShift autogéré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• Investissement fort en expertise SRE/Ops requis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06 — Conclusion &amp; Points Clés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57607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Aucune solution universelle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5760720" cy="1325880"/>
          </a:xfrm>
          <a:prstGeom prst="rect">
            <a:avLst/>
          </a:prstGeom>
          <a:solidFill>
            <a:srgbClr val="161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69164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Le choix dépend du contexte : cloud existant, exigences réglementaires, expertise interne et budget.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57607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59" y="12618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IKS : simplicité sur IBM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760720" cy="1325880"/>
          </a:xfrm>
          <a:prstGeom prst="rect">
            <a:avLst/>
          </a:prstGeom>
          <a:solidFill>
            <a:srgbClr val="161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Idéal pour les organisations IBM Cloud cherchant Kubernetes standard avec un faible TCO opérationnel.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57607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044951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ROKS : richesse entreprise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29000"/>
            <a:ext cx="5760720" cy="1325880"/>
          </a:xfrm>
          <a:prstGeom prst="rect">
            <a:avLst/>
          </a:prstGeom>
          <a:solidFill>
            <a:srgbClr val="161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347472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La meilleure option pour les environnements hybrides Red Hat, avec sécurité et CI/CD intégrés.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017520"/>
            <a:ext cx="57607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59" y="3044951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K8s Auto-Géré : contrôle maximal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429000"/>
            <a:ext cx="5760720" cy="1325880"/>
          </a:xfrm>
          <a:prstGeom prst="rect">
            <a:avLst/>
          </a:prstGeom>
          <a:solidFill>
            <a:srgbClr val="161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47472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Recommandé uniquement si la souveraineté des données ou l'absence de cloud public est obligatoire.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00600"/>
            <a:ext cx="57607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8280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Amazon EKS : leader AWS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212080"/>
            <a:ext cx="5760720" cy="1325880"/>
          </a:xfrm>
          <a:prstGeom prst="rect">
            <a:avLst/>
          </a:prstGeom>
          <a:solidFill>
            <a:srgbClr val="161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525780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Le choix naturel pour les organisations AWS-native, avec un écosystème et une maturité incomparables.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800600"/>
            <a:ext cx="57607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48280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Coût total de propriété (TCO)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212080"/>
            <a:ext cx="5760720" cy="1325880"/>
          </a:xfrm>
          <a:prstGeom prst="rect">
            <a:avLst/>
          </a:prstGeom>
          <a:solidFill>
            <a:srgbClr val="161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525780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Ne pas négliger le coût opérationnel : K8s auto-géré peut coûter plus cher que les solutions managées.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IKS | ROKS | Kubernetes | EKS — Analyse Comparative © 2026    | 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3941</Words>
  <Application>Microsoft Macintosh PowerPoint</Application>
  <PresentationFormat>Custom</PresentationFormat>
  <Paragraphs>554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Alain Airom</cp:lastModifiedBy>
  <cp:revision>2</cp:revision>
  <dcterms:created xsi:type="dcterms:W3CDTF">2013-01-27T09:14:16Z</dcterms:created>
  <dcterms:modified xsi:type="dcterms:W3CDTF">2026-09-03T11:53:16Z</dcterms:modified>
  <cp:category/>
</cp:coreProperties>
</file>